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membrane controls what enters and leaves the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Cristae increase surface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Cell Membrane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Phospholipid bilayer</a:t>
            </a:r>
          </a:p>
          <a:p>
            <a:r>
              <a:t>Selectively permeable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Diffusion is passive</a:t>
            </a:r>
          </a:p>
          <a:p>
            <a:r>
              <a:t>The sodium-potassium pump is active transport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Mitochondria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Powerhouse of the cell</a:t>
            </a:r>
          </a:p>
          <a:p>
            <a:r>
              <a:t>Site of the Krebs cycle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